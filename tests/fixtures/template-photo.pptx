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920240"/>
            <a:ext cx="6096000" cy="15087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3566160"/>
            <a:ext cx="6096000" cy="8915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617220"/>
            <a:ext cx="6339840" cy="96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851660"/>
            <a:ext cx="6339840" cy="39090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E7C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17220"/>
            <a:ext cx="633984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51660"/>
            <a:ext cx="6339840" cy="3909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