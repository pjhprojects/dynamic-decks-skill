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00" r:id="rId900"/>
  </p:sldMasterIdLst>
  <p:sldIdLst>
    <p:sldId id="256" r:id="rId8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900" Type="http://schemas.openxmlformats.org/officeDocument/2006/relationships/slideMaster" Target="slideMasters/slideMaster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40" y="617220"/>
            <a:ext cx="9753600" cy="960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440" y="1851660"/>
            <a:ext cx="9753600" cy="39090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40" y="617220"/>
            <a:ext cx="9753600" cy="960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3440" y="1851660"/>
            <a:ext cx="9753600" cy="39090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3440" y="617220"/>
            <a:ext cx="975360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440" y="1851660"/>
            <a:ext cx="9753600" cy="3909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3440" y="617220"/>
            <a:ext cx="975360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440" y="1851660"/>
            <a:ext cx="9753600" cy="3909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 the light master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 the dark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Also dark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 dark again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porat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F7B4F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rporate Dark">
  <a:themeElements>
    <a:clrScheme name="Office">
      <a:dk1>
        <a:srgbClr val="101820"/>
      </a:dk1>
      <a:lt1>
        <a:srgbClr val="F4F1EA"/>
      </a:lt1>
      <a:dk2>
        <a:srgbClr val="1F497D"/>
      </a:dk2>
      <a:lt2>
        <a:srgbClr val="EEECE1"/>
      </a:lt2>
      <a:accent1>
        <a:srgbClr val="F2A541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