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Logo" Type="http://schemas.openxmlformats.org/officeDocument/2006/relationships/image" Target="../media/logo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502920"/>
            <a:ext cx="10515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99" name="Logo"/>
          <p:cNvPicPr/>
          <p:nvPr/>
        </p:nvPicPr>
        <p:blipFill>
          <a:blip r:embed="rIdLogo"/>
          <a:stretch>
            <a:fillRect/>
          </a:stretch>
        </p:blipFill>
        <p:spPr>
          <a:xfrm>
            <a:off x="10607040" y="6217920"/>
            <a:ext cx="1280160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Template test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B2A22"/>
      </a:dk1>
      <a:lt1>
        <a:srgbClr val="FFFFFF"/>
      </a:lt1>
      <a:dk2>
        <a:srgbClr val="0F5132"/>
      </a:dk2>
      <a:lt2>
        <a:srgbClr val="F3EFE6"/>
      </a:lt2>
      <a:accent1>
        <a:srgbClr val="0F7B4F"/>
      </a:accent1>
      <a:accent2>
        <a:srgbClr val="E0A100"/>
      </a:accent2>
      <a:accent3>
        <a:srgbClr val="0077B6"/>
      </a:accent3>
      <a:accent4>
        <a:srgbClr val="D1495B"/>
      </a:accent4>
      <a:accent5>
        <a:srgbClr val="6C4AB6"/>
      </a:accent5>
      <a:accent6>
        <a:srgbClr val="2E2E2E"/>
      </a:accent6>
      <a:hlink>
        <a:srgbClr val="0000FF"/>
      </a:hlink>
      <a:folHlink>
        <a:srgbClr val="800080"/>
      </a:folHlink>
    </a:clrScheme>
    <a:fontScheme name="Office">
      <a:maj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