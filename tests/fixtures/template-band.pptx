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5740"/>
            <a:ext cx="10972800" cy="96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519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t"/>
          <p:cNvSpPr/>
          <p:nvPr/>
        </p:nvSpPr>
        <p:spPr>
          <a:xfrm>
            <a:off x="0" y="1371600"/>
            <a:ext cx="1219200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7" name="Art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05740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