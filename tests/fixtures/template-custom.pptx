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rgbClr val="F58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360" y="2057400"/>
            <a:ext cx="8534400" cy="150876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5360" y="3703320"/>
            <a:ext cx="8534400" cy="8915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"/>
          <p:cNvCxnSpPr/>
          <p:nvPr/>
        </p:nvCxnSpPr>
        <p:spPr>
          <a:xfrm>
            <a:off x="609600" y="1303020"/>
            <a:ext cx="10972800" cy="0"/>
          </a:xfrm>
          <a:prstGeom prst="line">
            <a:avLst/>
          </a:prstGeom>
          <a:ln w="19050">
            <a:solidFill>
              <a:srgbClr val="F5822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body" idx="16" sz="quarter"/>
          </p:nvPr>
        </p:nvSpPr>
        <p:spPr>
          <a:xfrm>
            <a:off x="609600" y="411480"/>
            <a:ext cx="10972800" cy="754380"/>
          </a:xfrm>
        </p:spPr>
        <p:txBody>
          <a:bodyPr anchor="b"/>
          <a:lstStyle>
            <a:lvl1pPr marL="0" indent="0">
              <a:buNone/>
              <a:defRPr sz="28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77340"/>
            <a:ext cx="10972800" cy="43205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rgbClr val="F58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11480"/>
            <a:ext cx="10972800" cy="7543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3205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58220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