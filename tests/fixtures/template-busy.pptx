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057400"/>
            <a:ext cx="9753600" cy="15087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703320"/>
            <a:ext cx="9753600" cy="8915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617220"/>
            <a:ext cx="10241280" cy="960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360" y="1851660"/>
            <a:ext cx="10241280" cy="39090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5360" y="617220"/>
            <a:ext cx="1024128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1851660"/>
            <a:ext cx="10241280" cy="3909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