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057400"/>
            <a:ext cx="8534400" cy="1508760"/>
          </a:xfrm>
        </p:spPr>
        <p:txBody>
          <a:bodyPr/>
          <a:lstStyle>
            <a:lvl1pPr algn="ctr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703320"/>
            <a:ext cx="8534400" cy="8915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617220"/>
            <a:ext cx="9753600" cy="96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1851660"/>
            <a:ext cx="9753600" cy="39090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3440" y="1851660"/>
            <a:ext cx="4632960" cy="390905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4080" y="1851660"/>
            <a:ext cx="4632960" cy="390905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ark Content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Quote">
    <p:bg>
      <p:bgPr>
        <a:gradFill rotWithShape="1">
          <a:gsLst>
            <a:gs pos="0">
              <a:srgbClr val="0B2545"/>
            </a:gs>
            <a:gs pos="100000">
              <a:srgbClr val="13626B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t"/>
          <p:cNvSpPr/>
          <p:nvPr/>
        </p:nvSpPr>
        <p:spPr>
          <a:xfrm>
            <a:off x="8778240" y="0"/>
            <a:ext cx="341376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617220"/>
            <a:ext cx="7071359" cy="96012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1851660"/>
            <a:ext cx="7071359" cy="20574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440" y="4114800"/>
            <a:ext cx="7071359" cy="16459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3440" y="617220"/>
            <a:ext cx="97536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1851660"/>
            <a:ext cx="9753600" cy="3909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53600" y="6343650"/>
            <a:ext cx="158496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6B6B6B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7600" y="6343650"/>
            <a:ext cx="487680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6B6B6B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" y="6343650"/>
            <a:ext cx="97536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6B6B6B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/>
          <p:cNvPicPr/>
          <p:nvPr/>
        </p:nvPicPr>
        <p:blipFill>
          <a:blip r:embed="rId13"/>
          <a:stretch>
            <a:fillRect/>
          </a:stretch>
        </p:blipFill>
        <p:spPr>
          <a:xfrm>
            <a:off x="10485120" y="342900"/>
            <a:ext cx="1219200" cy="4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457200" rtl="0" eaLnBrk="1" latinLnBrk="0" hangingPunct="1">
        <a:lnSpc>
          <a:spcPct val="90000"/>
        </a:lnSpc>
        <a:spcBef>
          <a:spcPct val="20000"/>
        </a:spcBef>
        <a:buClr>
          <a:srgbClr val="C8102E"/>
        </a:buClr>
        <a:buFont typeface="Arial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