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28800" y="2057400"/>
            <a:ext cx="8534400" cy="1508760"/>
          </a:xfrm>
        </p:spPr>
        <p:txBody>
          <a:bodyPr/>
          <a:lstStyle>
            <a:lvl1pPr algn="ctr"/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703320"/>
            <a:ext cx="8534400" cy="89154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40" y="617220"/>
            <a:ext cx="9753600" cy="96012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53440" y="1851660"/>
            <a:ext cx="9753600" cy="3909059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53440" y="1851660"/>
            <a:ext cx="4632960" cy="3909059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974080" y="1851660"/>
            <a:ext cx="4632960" cy="3909059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Dark Content">
    <p:bg>
      <p:bgPr>
        <a:solidFill>
          <a:srgbClr val="1B1B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Quote">
    <p:bg>
      <p:bgPr>
        <a:gradFill rotWithShape="1">
          <a:gsLst>
            <a:gs pos="0">
              <a:srgbClr val="0B2545"/>
            </a:gs>
            <a:gs pos="100000">
              <a:srgbClr val="13626B"/>
            </a:gs>
          </a:gsLst>
          <a:lin ang="18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Sideb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Art"/>
          <p:cNvSpPr/>
          <p:nvPr/>
        </p:nvSpPr>
        <p:spPr>
          <a:xfrm>
            <a:off x="8778240" y="0"/>
            <a:ext cx="3413760" cy="6858000"/>
          </a:xfrm>
          <a:prstGeom prst="rect">
            <a:avLst/>
          </a:prstGeom>
          <a:solidFill>
            <a:srgbClr val="C8102E"/>
          </a:solidFill>
          <a:ln>
            <a:noFill/>
          </a:ln>
        </p:spPr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40" y="617220"/>
            <a:ext cx="7071359" cy="96012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53440" y="1851660"/>
            <a:ext cx="7071359" cy="3909059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53440" y="617220"/>
            <a:ext cx="9753600" cy="96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3440" y="1851660"/>
            <a:ext cx="9753600" cy="390905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753600" y="6343650"/>
            <a:ext cx="1584960" cy="3429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rgbClr val="6B6B6B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57600" y="6343650"/>
            <a:ext cx="4876800" cy="3429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rgbClr val="6B6B6B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3440" y="6343650"/>
            <a:ext cx="975360" cy="3429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rgbClr val="6B6B6B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Logo"/>
          <p:cNvPicPr/>
          <p:nvPr/>
        </p:nvPicPr>
        <p:blipFill>
          <a:blip r:embed="rId13"/>
          <a:stretch>
            <a:fillRect/>
          </a:stretch>
        </p:blipFill>
        <p:spPr>
          <a:xfrm>
            <a:off x="10485120" y="342900"/>
            <a:ext cx="1219200" cy="4046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/>
  <p:txStyles>
    <p:titleStyle>
      <a:lvl1pPr algn="l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85750" indent="-285750" algn="l" defTabSz="457200" rtl="0" eaLnBrk="1" latinLnBrk="0" hangingPunct="1">
        <a:lnSpc>
          <a:spcPct val="90000"/>
        </a:lnSpc>
        <a:spcBef>
          <a:spcPct val="20000"/>
        </a:spcBef>
        <a:buClr>
          <a:srgbClr val="C8102E"/>
        </a:buClr>
        <a:buFont typeface="Arial"/>
        <a:buChar char="▪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