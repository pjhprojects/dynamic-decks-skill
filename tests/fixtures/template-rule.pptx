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0060"/>
            <a:ext cx="8534400" cy="8915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714500"/>
            <a:ext cx="1072896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rt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1B1B1B"/>
          </a:solidFill>
          <a:ln>
            <a:noFill/>
          </a:ln>
        </p:spPr>
      </p:sp>
      <p:sp>
        <p:nvSpPr>
          <p:cNvPr id="7" name="Art"/>
          <p:cNvSpPr/>
          <p:nvPr/>
        </p:nvSpPr>
        <p:spPr>
          <a:xfrm>
            <a:off x="731520" y="1453896"/>
            <a:ext cx="1072896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480060"/>
            <a:ext cx="8534400" cy="8915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714500"/>
            <a:ext cx="1072896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"/>
          <p:cNvSpPr txBox="1"/>
          <p:nvPr/>
        </p:nvSpPr>
        <p:spPr>
          <a:xfrm>
            <a:off x="731520" y="6480810"/>
            <a:ext cx="6096000" cy="34290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lang="en-US" sz="1100">
                <a:solidFill>
                  <a:srgbClr val="FFFFFF"/>
                </a:solidFill>
              </a:rPr>
              <a:t>Northwind Trading  |  Confidential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7315200" y="514350"/>
            <a:ext cx="4145280" cy="34290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lang="en-US" sz="1200">
                <a:solidFill>
                  <a:srgbClr val="6B6B6B"/>
                </a:solidFill>
              </a:rPr>
              <a:t>Quarterly Business Review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